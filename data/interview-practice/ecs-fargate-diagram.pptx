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171450"/>
            <a:ext cx="4585716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Long-Running Services (ECS Fargate)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71450" y="432346"/>
            <a:ext cx="89771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microservices with always-on availability and consistent throughput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71450" y="647551"/>
            <a:ext cx="4843909" cy="4027438"/>
          </a:xfrm>
          <a:prstGeom prst="roundRect">
            <a:avLst>
              <a:gd name="adj" fmla="val 1419"/>
            </a:avLst>
          </a:prstGeom>
          <a:solidFill>
            <a:srgbClr val="FFFFFF"/>
          </a:solidFill>
          <a:ln w="9525">
            <a:solidFill>
              <a:srgbClr val="E0E7E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svg-e99044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809476"/>
            <a:ext cx="4520059" cy="3703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05859" y="647551"/>
            <a:ext cx="3766691" cy="472232"/>
          </a:xfrm>
          <a:prstGeom prst="roundRect">
            <a:avLst>
              <a:gd name="adj" fmla="val 80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205859" y="652314"/>
            <a:ext cx="3766691" cy="0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7788" y="647551"/>
            <a:ext cx="0" cy="472232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05859" y="1115020"/>
            <a:ext cx="3766691" cy="0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24909" y="647551"/>
            <a:ext cx="0" cy="472232"/>
          </a:xfrm>
          <a:prstGeom prst="line">
            <a:avLst/>
          </a:prstGeom>
          <a:noFill/>
          <a:ln w="38100">
            <a:solidFill>
              <a:srgbClr val="2BA3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9209" y="752326"/>
            <a:ext cx="359913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ACCOUNT SUMMARY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339209" y="916037"/>
            <a:ext cx="359913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aggregating portfolio data. Always-on availability with consistent RDS connections.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205859" y="1215033"/>
            <a:ext cx="3766691" cy="472232"/>
          </a:xfrm>
          <a:prstGeom prst="roundRect">
            <a:avLst>
              <a:gd name="adj" fmla="val 80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205859" y="1219795"/>
            <a:ext cx="3766691" cy="0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67788" y="1215033"/>
            <a:ext cx="0" cy="472232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05859" y="1682502"/>
            <a:ext cx="3766691" cy="0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24909" y="1215033"/>
            <a:ext cx="0" cy="472232"/>
          </a:xfrm>
          <a:prstGeom prst="line">
            <a:avLst/>
          </a:prstGeom>
          <a:noFill/>
          <a:ln w="38100">
            <a:solidFill>
              <a:srgbClr val="2BA3A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39209" y="1319808"/>
            <a:ext cx="359913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 &amp; TOKENS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339209" y="1483519"/>
            <a:ext cx="359913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validation and SSO integration. Isolated runtime with VPC endpoint controls.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205859" y="1782514"/>
            <a:ext cx="3766691" cy="472232"/>
          </a:xfrm>
          <a:prstGeom prst="roundRect">
            <a:avLst>
              <a:gd name="adj" fmla="val 80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205859" y="1787277"/>
            <a:ext cx="3766691" cy="0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7788" y="1782514"/>
            <a:ext cx="0" cy="472232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05859" y="2249984"/>
            <a:ext cx="3766691" cy="0"/>
          </a:xfrm>
          <a:prstGeom prst="line">
            <a:avLst/>
          </a:prstGeom>
          <a:noFill/>
          <a:ln w="9525">
            <a:solidFill>
              <a:srgbClr val="E0E7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24909" y="1782514"/>
            <a:ext cx="0" cy="472232"/>
          </a:xfrm>
          <a:prstGeom prst="line">
            <a:avLst/>
          </a:prstGeom>
          <a:noFill/>
          <a:ln w="38100">
            <a:solidFill>
              <a:srgbClr val="2BA3A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39209" y="1887289"/>
            <a:ext cx="359913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 NOTIFICATIONS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339209" y="2051000"/>
            <a:ext cx="359913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queues and email templates. Persistent connections with in-memory caching.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71450" y="4751189"/>
            <a:ext cx="8801100" cy="220861"/>
          </a:xfrm>
          <a:prstGeom prst="roundRect">
            <a:avLst>
              <a:gd name="adj" fmla="val 12938"/>
            </a:avLst>
          </a:prstGeom>
          <a:solidFill>
            <a:srgbClr val="1E5F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66700" y="4808339"/>
            <a:ext cx="878281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Durable, state-aware services ensure uptime and consistent throughput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2025-10-27T19:51:47Z</dcterms:created>
  <dcterms:modified xsi:type="dcterms:W3CDTF">2025-10-27T19:51:47Z</dcterms:modified>
</cp:coreProperties>
</file>
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238125"/>
            <a:ext cx="3394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6155" y="238125"/>
            <a:ext cx="493547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150"/>
              </a:spcAft>
              <a:buNone/>
            </a:pPr>
            <a:r>
              <a:rPr lang="en-US" sz="2100" b="1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Services (ECS Fargate)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6155" y="550515"/>
            <a:ext cx="84045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microservices handling steady, ongoing traffic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38125" y="849511"/>
            <a:ext cx="2813000" cy="3684389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ln w="9525">
            <a:solidFill>
              <a:srgbClr val="E0E7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954286"/>
            <a:ext cx="265551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B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SUMMARY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42900" y="1117997"/>
            <a:ext cx="2655519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aggregating portfolio data from multiple sources.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42900" y="1324570"/>
            <a:ext cx="2603450" cy="401836"/>
          </a:xfrm>
          <a:prstGeom prst="roundRect">
            <a:avLst>
              <a:gd name="adj" fmla="val 4741"/>
            </a:avLst>
          </a:prstGeom>
          <a:solidFill>
            <a:srgbClr val="F0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2425" y="1324570"/>
            <a:ext cx="0" cy="401836"/>
          </a:xfrm>
          <a:prstGeom prst="line">
            <a:avLst/>
          </a:prstGeom>
          <a:noFill/>
          <a:ln w="19050">
            <a:solidFill>
              <a:srgbClr val="2B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150" y="1486495"/>
            <a:ext cx="2480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with consistent RDS/Redis connections and predictable autoscaling.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42900" y="1802606"/>
            <a:ext cx="2603450" cy="310455"/>
          </a:xfrm>
          <a:prstGeom prst="roundRect">
            <a:avLst>
              <a:gd name="adj" fmla="val 6136"/>
            </a:avLst>
          </a:prstGeom>
          <a:solidFill>
            <a:srgbClr val="F0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52425" y="1802606"/>
            <a:ext cx="0" cy="310455"/>
          </a:xfrm>
          <a:prstGeom prst="line">
            <a:avLst/>
          </a:prstGeom>
          <a:noFill/>
          <a:ln w="19050">
            <a:solidFill>
              <a:srgbClr val="2BA3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150" y="1964531"/>
            <a:ext cx="2480640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runtime, less EC2 patching, safe blue/green deploys.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165425" y="849511"/>
            <a:ext cx="2813000" cy="3684389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ln w="9525">
            <a:solidFill>
              <a:srgbClr val="E0E7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70200" y="954286"/>
            <a:ext cx="265551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B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TOKENS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270200" y="1117997"/>
            <a:ext cx="2655519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validation, SSO with Azure AD, short-lived tokens for micro-frontends.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270200" y="1435894"/>
            <a:ext cx="2603450" cy="310455"/>
          </a:xfrm>
          <a:prstGeom prst="roundRect">
            <a:avLst>
              <a:gd name="adj" fmla="val 6136"/>
            </a:avLst>
          </a:prstGeom>
          <a:solidFill>
            <a:srgbClr val="F0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79725" y="1435894"/>
            <a:ext cx="0" cy="310455"/>
          </a:xfrm>
          <a:prstGeom prst="line">
            <a:avLst/>
          </a:prstGeom>
          <a:noFill/>
          <a:ln w="19050">
            <a:solidFill>
              <a:srgbClr val="2BA3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5450" y="1597819"/>
            <a:ext cx="2480640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Security-heavy service benefits from isolated runtime and VPC controls.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270200" y="1822549"/>
            <a:ext cx="2603450" cy="310455"/>
          </a:xfrm>
          <a:prstGeom prst="roundRect">
            <a:avLst>
              <a:gd name="adj" fmla="val 6136"/>
            </a:avLst>
          </a:prstGeom>
          <a:solidFill>
            <a:srgbClr val="F0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79725" y="1822549"/>
            <a:ext cx="0" cy="310455"/>
          </a:xfrm>
          <a:prstGeom prst="line">
            <a:avLst/>
          </a:prstGeom>
          <a:noFill/>
          <a:ln w="19050">
            <a:solidFill>
              <a:srgbClr val="2BA3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5450" y="1984474"/>
            <a:ext cx="2480640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isolation for auth operations.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6092726" y="849511"/>
            <a:ext cx="2813000" cy="3684389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ln w="9525">
            <a:solidFill>
              <a:srgbClr val="E0E7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97501" y="954286"/>
            <a:ext cx="265551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B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197501" y="1117997"/>
            <a:ext cx="2655519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alerts, email templates, and audit logging system.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6197501" y="1324570"/>
            <a:ext cx="2603450" cy="310455"/>
          </a:xfrm>
          <a:prstGeom prst="roundRect">
            <a:avLst>
              <a:gd name="adj" fmla="val 6136"/>
            </a:avLst>
          </a:prstGeom>
          <a:solidFill>
            <a:srgbClr val="F0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207026" y="1324570"/>
            <a:ext cx="0" cy="310455"/>
          </a:xfrm>
          <a:prstGeom prst="line">
            <a:avLst/>
          </a:prstGeom>
          <a:noFill/>
          <a:ln w="19050">
            <a:solidFill>
              <a:srgbClr val="2BA3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2751" y="1486495"/>
            <a:ext cx="2480640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threads need webhook queues and in-memory caching.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197501" y="1711226"/>
            <a:ext cx="2603450" cy="310455"/>
          </a:xfrm>
          <a:prstGeom prst="roundRect">
            <a:avLst>
              <a:gd name="adj" fmla="val 6136"/>
            </a:avLst>
          </a:prstGeom>
          <a:solidFill>
            <a:srgbClr val="F0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207026" y="1711226"/>
            <a:ext cx="0" cy="310455"/>
          </a:xfrm>
          <a:prstGeom prst="line">
            <a:avLst/>
          </a:prstGeom>
          <a:noFill/>
          <a:ln w="19050">
            <a:solidFill>
              <a:srgbClr val="2BA3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2751" y="1873151"/>
            <a:ext cx="2480640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operations with continuous processing.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38125" y="4629150"/>
            <a:ext cx="8667750" cy="276225"/>
          </a:xfrm>
          <a:prstGeom prst="roundRect">
            <a:avLst>
              <a:gd name="adj" fmla="val 10345"/>
            </a:avLst>
          </a:prstGeom>
          <a:solidFill>
            <a:srgbClr val="1E5F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3375" y="4705350"/>
            <a:ext cx="86467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We ran durable, state-aware services on Fargate to ensure uptime and consistent throughput.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2025-10-27T19:47:45Z</dcterms:created>
  <dcterms:modified xsi:type="dcterms:W3CDTF">2025-10-27T19:47:45Z</dcterms:modified>
</cp:coreProperties>
</file>